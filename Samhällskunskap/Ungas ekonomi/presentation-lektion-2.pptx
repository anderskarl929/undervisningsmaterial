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Lektion 2 av 5. Förra gången: kretsloppet. Idag: en viktig del av kretsloppet — arbetsmarknaden. Tid: ca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practice. Ge 2 min enskilt, 2 min i par. Snabb genomgång: vem minns alla tre aktörer? Koppla: "Idag tittar vi på en central del av kretsloppet — arbetsmarknaden, där hushållen möter företagen." Tid: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Förklara arbetsmarknaden som en marknad. Koppla till kretsloppet: här möts hushållen och företagen. Fråga: "Vilka jobb tror ni är vanligast bland unga?" Tid: ca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de tre anställningsformerna. Använd konkreta exempel: McDonald’s (fast), butiksjobb (tim), Foodora (gig). Betona: samma person kan ha olika former under livet. Tid: ca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Presentera statistik om ungas situation. Betona: det här är inte bara siffror — det påverkar möjligheten att leva ett självständigt liv. Koppla till Alex: "Alex är en av dessa unga." [VERIFIERA aktuella siffror från SCB]. Tid: ca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reflektera över sin egen preferens. Många unga värdesätter frihet — men vad kostar den? Samla 3–4 svar.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Presentera Alex tre erbjudanden. Här startar EPA-uppgiften: enskilt 3 min, par 5 min, helklass 7 min. Låt eleverna argumentera för och emot. Tid: 15 min totalt.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Sammanfatta. Koppla tillbaka till kretsloppet. Nästa gång: privatekonomi — Alex ska göra en budget. Tid: ca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får jobben?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Arbetsmarknaden för unga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Samhällskunskap 1a1 — Ungas ekonomi — Lektion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Från förra gången...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Skriv ner tre saker du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minns om det ekonomiska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kretsloppet.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enskilt → 2 min i par → 1 min gemensamt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är egentligen arbetsmarknaden?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marknad där arbetsgivare och arbetssökande möts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Utbud: 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människor som vill arbeta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Efterfrågan: 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 och organisationer som behöver arbetskraft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När utbud och efterfrågan möts → någon får jobb!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typer av jobb finns det?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anställning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Tryggast. Bestämd lön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varje månad. Svårt att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sägas upp.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37560" y="1188720"/>
            <a:ext cx="265176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Timanställning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20440" y="2103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Flexibelt men osäkert.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Lön beror på antal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timmar.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 / frilans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 frihet men inget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nät: ingen sjuklön,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semester.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ser det ut för unga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på arbetsmarknaden?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Högre arbetslöshet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Ungdomsarbetslösheten är ungefär dubbelt så hög som för övriga [VERIFIERA]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Fler osäkra anställningar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 får oftare tim-, visstids- och giganställningar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Svårare att planera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Osäker inkomst gör det svårt att hyra lägenhet, spara eller ta lån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(2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Vilken anställningsform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skulle ni själva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föredra — och varför?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Tänk på: trygghet, frihet, inkomst, framtidsplaner.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har fått tre jobberbjudanden —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vilket ska Alex välja?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Lagerjobb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22 000 kr/mån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anställning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371600"/>
            <a:ext cx="265176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Butiksjobb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 15 000 kr/mån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Timanställning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2651760" cy="731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Leveransuppdrag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Varierande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Gig/frilans via 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diskuterar detta i EPA-övningen!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tar vi med oss?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Arbetsmarknaden är där kretsloppet börjar för individen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utan jobb, inget flöde från företag till hushåll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Olika anställningsformer ger olika trygghet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och påverkar möjligheten att planera sitt liv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 är särskilt utsatta på arbetsmarknaden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men också fulla av möjligheter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gång: Alex flyttar hemifrån — räcker pengarna?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Vem får jobben? — Arbetsmarknaden för unga</dc:title>
  <dc:subject>PptxGenJS Presentation</dc:subject>
  <dc:creator>Gymnasieplaneraren</dc:creator>
  <cp:lastModifiedBy>Gymnasieplaneraren</cp:lastModifiedBy>
  <cp:revision>1</cp:revision>
  <dcterms:created xsi:type="dcterms:W3CDTF">2026-03-02T18:14:32Z</dcterms:created>
  <dcterms:modified xsi:type="dcterms:W3CDTF">2026-03-02T18:14:32Z</dcterms:modified>
</cp:coreProperties>
</file>