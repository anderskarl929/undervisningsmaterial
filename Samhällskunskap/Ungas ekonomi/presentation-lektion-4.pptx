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Lektion 4 av 5. Förra gången: budget. Idag: vad händer när verkligheten inte följer planen? Tid: ca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Koppla till budgeten från lektion 3. De flesta hade knappt något kvar. "Idag ska vi se vad som händer när det oväntade inträffar." Tid: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konkreta exempel. Koppla till budgeten: "Om Alex hade 5 100 kr kvar — hur betalar man då 8 000 kr för en ny mobil?" Tid: ca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Gå igenom alternativen. Betona skillnaden i kostnad. Räkna på tavlan: snabblån 10 000 kr med 35% ränta = 13 500 kr att betala tillbaka. Fråga: "Är det värt det?" Tid: ca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siffran sjunka in. 3 500 kr — det är nästan en månads "fria" pengar för Alex. Om Alex inte kan betala i tid växer skulden. Här börjar skuldfällan. Tid: ca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reflektera. Lyft: reklam för snabblån är aggressiv, många förstår inte ränta-på-ränta-effekten, akuta behov övertrumfar långsiktigt tänkande.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 ut scenariokorten. Cirkulera och pusha mot djupare analys. Se till att paren hinner minst 3 av 4 scenarion. Tid: 33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Avslutande perspektivfråga. Låt eleverna argumentera för olika ståndpunkter. Sammanfatta: "Det här är en fråga utan enkelt svar — och det är precis så samhällskunskap fungerar." Nästa gång: syntes — koppla ihop allt. Tid: 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Sammanfatta. Lektion 5 är den sista — då skriver eleverna en analystext som kopplar ihop hela momentet. Tid: ca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händer om...?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Risker, val och konsekvenser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286000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Samhällskunskap 1a1 — Ungas ekonomi — Lektion 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Från förra gången...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 mycket hade Alex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kvar varje månad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er budget?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var svårast att prioritera?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i par → 2 min gemensamt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kostar det när något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ogäntat händer?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8720" y="1371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mobil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630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8 000 kr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7315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377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Tandläkare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0" y="2377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630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2 000 kr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383280"/>
            <a:ext cx="73152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88720" y="3383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Trasig tvättmaskin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0" y="33832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630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5 000 kr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Utan buffertsparande — vad gör man då?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Vilka alternativ finns när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pengarna inte räcker?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Spara och vänta 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billigast men tar tid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Avbetalning / delbetalning 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spräcker inte budgeten direkt men kostar extra (ränta)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Snabblån 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pengar direkt men extremt hög ränta (ofta 30–40%!)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kostar ett snabblån egentligen?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lånar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10 000 kr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ränta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82880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303520" y="118872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betalar tillbaka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630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13 500 kr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30352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3 500 kr i bara ränta!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 om Alex inte kan betala i tid? Ränta på ränta...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3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(2 min)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 tror ni att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många unga ändå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 snabblån?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Tänk: marknadsföring, grupptryck, akuta behov, bristande kunskap.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Scenarioanalys: Alex ställs inför val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får fyra scenariokort. För varje scenario: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endParaRPr lang="en-US" sz="17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Vilka alternativ har Alex?</a:t>
            </a:r>
            <a:endParaRPr lang="en-US" sz="17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Vad blir konsekvensen på kort sikt?</a:t>
            </a:r>
            <a:endParaRPr lang="en-US" sz="17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Vad blir konsekvensen på lång sikt?</a:t>
            </a:r>
            <a:endParaRPr lang="en-US" sz="17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Hur påverkas kretsloppet?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Arbeta i par — 33 minuter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Vems ansvar är det att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unga inte hamnar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skuldfällan?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274320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Individen?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 unga lära sig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om ekonomi?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7432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37560" y="2743200"/>
            <a:ext cx="2651760" cy="7315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Företagen?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 snabblåne-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företag regleras hårdare?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2743200"/>
            <a:ext cx="265176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Samhället?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 skolan och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staten göra mer?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tar vi med oss?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Oväntade utgifter kan slå hårt mot en tajt budget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därför är buffertsparande avgörande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Snabblån är dyra och riskabla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ränta-på-ränta kan göra små skulder stora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Ansvarsfrågan är komplex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individ, företag och samhälle delar alla på ansvaret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gång: Syntes — vi kopplar ihop kretsloppet, arbetsmarknaden och privatekonomin.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Vad händer om...? — Risker, val och konsekvenser</dc:title>
  <dc:subject>PptxGenJS Presentation</dc:subject>
  <dc:creator>Gymnasieplaneraren</dc:creator>
  <cp:lastModifiedBy>Gymnasieplaneraren</cp:lastModifiedBy>
  <cp:revision>1</cp:revision>
  <dcterms:created xsi:type="dcterms:W3CDTF">2026-03-02T18:14:33Z</dcterms:created>
  <dcterms:modified xsi:type="dcterms:W3CDTF">2026-03-02T18:14:33Z</dcterms:modified>
</cp:coreProperties>
</file>