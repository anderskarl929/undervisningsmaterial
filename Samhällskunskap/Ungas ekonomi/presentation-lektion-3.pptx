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Lektion 3 av 5. Förra gången: arbetsmarknaden. Idag: vad händer när Alex får sin lön? Tid: ca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practice från lektion 2. Koppla: "Om Alex har timanställning — hur påverkar det budgeten jämfört med fast lön?" Tid: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Räkna på tavlan: 22 000 brutto, ca 20% skatt = ca 4 400 kr. Kvar: ca 17 600 kr. Fråga: "Vart går skatten?" Koppla till kretsloppet från lektion 1!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skillnaden fasta vs rörliga utgifter. Räkna på tavlan: fasta utgifter ≈ 12 500 kr. Kvar för rörliga: ca 5 100 kr. Fråga: "Räcker det?"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Snabb diskussion. De flesta kommer att vilja ha mer än 5 100 kr — det är poängen. Fråga: "Vad är skillnaden mellan vad ni vill ha och vad ni behöver?"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Presentera budgetövningen. Dela ut budgetmallen. Cirkulera och ställ fördjupande frågor under arbetet. Tid: 32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Sammanfatta lektionen. Sista frågan kopplar till lektion 4 — risker och konsekvenser.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Räcker pengarna?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Privatekonomi och budget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Samhällskunskap 1a1 — Ungas ekonomi — Lektion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Från förra gången...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tre anställningsformer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pratade vi om?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Nämn en fördel och en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nackdel med varje.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enskilt → 2 min i par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med lönen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innan den når kontot?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004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Bruttolön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22 000 kr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32004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Nettolön (efter skatt)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 17 600 kr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Skatt: ca 4 400 kr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Vart går pengarna? Skola, vård, polis, vägar, kollektivtrafik...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här är ett av flödena i kretsloppet!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måste Alex betala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och vad kan Alex välja?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 utgifter (måste betala)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Hyra: 7 500 kr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Mat: ca 3 500 kr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Telefon: 399 kr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Hemförsäkring: 150 kr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Kollektivtrafik: 950 kr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71600"/>
            <a:ext cx="3840480" cy="731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Rörliga utgifter (kan välja)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Kläder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Nöje och fritid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Sparande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Oplanerade utlägg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(2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 Alex bara har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5 100 kr kvar —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skulle ni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prioritera?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Sparande? Kläder? Nöje? Något annat?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Dags att göra Alex budget!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Utgå från Alex nettolön: 17 600 kr/månad</a:t>
            </a:r>
            <a:endParaRPr lang="en-US" sz="18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Fördela pengarna på alla utgiftsposter</a:t>
            </a:r>
            <a:endParaRPr lang="en-US" sz="18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Bestäm hur mycket som går till sparande</a:t>
            </a:r>
            <a:endParaRPr lang="en-US" sz="1800" dirty="0"/>
          </a:p>
          <a:p>
            <a:pPr marL="342900" indent="-342900">
              <a:lnSpc>
                <a:spcPct val="18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Vad får Alex ge upp?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Arbeta i par — 32 minuter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lärde vi oss?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Skillnaden mellan brutto och netto är stor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skatten är en del av kretsloppet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utgifter tar en stor del av inkomsten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 som är kvar att välja över är mindre än man tror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göra en budget är att ta kontroll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 vad händer när det oväntade inträffar?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gång: Vad händer om mobilen går sönder? Skuldfällan, risker och val.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Räcker pengarna? — Privatekonomi och budget</dc:title>
  <dc:subject>PptxGenJS Presentation</dc:subject>
  <dc:creator>Gymnasieplaneraren</dc:creator>
  <cp:lastModifiedBy>Gymnasieplaneraren</cp:lastModifiedBy>
  <cp:revision>1</cp:revision>
  <dcterms:created xsi:type="dcterms:W3CDTF">2026-03-02T18:14:33Z</dcterms:created>
  <dcterms:modified xsi:type="dcterms:W3CDTF">2026-03-02T18:14:33Z</dcterms:modified>
</cp:coreProperties>
</file>