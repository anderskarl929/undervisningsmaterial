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Källkritiska verktyg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Grundfrågorna, SIFT-metoden, lateral reading och Harvard-referering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Samhällskunskap 3 / Internationella relationer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Återkallelse från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Förra lektionen skapade ni AI-genererat innehåll.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var det som gjorde innehållet övertygande?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Nämn minst två trovärdighetsmarkörer.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Diskutera med den som sitter bredvid dig. 3 minuter.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fyra källkritiska grundfrågorna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är avsändaren? Expert, journalist, anonym?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057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 publiceras detta? Informera, övertyga, sälja?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 presenteras det? Språk, känslor, “bevis”?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7764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3977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 publicerades det? Är det aktuellt?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Dessa frågor fungerar på ALLA digitala källor.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SIFT-metoden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Stanna upp. Reagera inte direkt. Dela inte.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4DA8D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source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Sök på avsändaren i en NY flik. Lateral reading.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154680"/>
            <a:ext cx="548640" cy="548640"/>
          </a:xfrm>
          <a:prstGeom prst="ellipse">
            <a:avLst/>
          </a:prstGeom>
          <a:solidFill>
            <a:srgbClr val="4DA8D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better coverage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säger ANDRA källor om samma påstående?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4DA8D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claims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3977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Varifrnån kommer påståendet? Finns primärkälla?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reading —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viktigaste steget i SIFT: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694944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37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Du läser något på en okänd sajt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694944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ÖPPNA EN NY FLIK (läs inte vidare på sajten!)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694944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Sök på avsändaren: vad säger ANDRA?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6949440" cy="502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Bedöm: Trovärdig? Partisk? Okänd?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Istället för att läsa mer på sidan — läs vad ANDRA säger om sidan.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Omvänd bildökning / Google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av steget “Investigate the source” i SIFT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22860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Så här gör du: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Högerklicka på bilden → “Sök med Google Lens” (Chrome)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Eller: gå till images.google.com → klicka kameraikonen → ladda upp bilden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visar: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 bilden används på nätet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 bilden är tagen ur sin kontext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 bilden är manipulerad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Guidad övning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får 3 källor av varierande trovärdighet.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uppgift: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Tillämpa SIFT på varje källa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Använd grundfrågorna (VEM, VARFÖR, HUR, NÄR)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Praktisera lateral reading och omvänd bildökning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Bedöm: trovärdig, problematisk eller otrovärdig?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Arbeta i par. Ni har 20 minuter.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Harvard-referering — grunderna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3657600" cy="20116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201168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texten: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(Efternamn, år)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Exempel:</a:t>
            </a:r>
            <a:endParaRPr lang="en-US" sz="18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(Nygren, 2025)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20116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201168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referenslistan: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Efternamn (År). Titel. Källa.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Exempel: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Nygren, T. (2025). Digital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källkritik. Uppsala univ.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Övning: Formatera 2 källor från den guidade övningen. 3 minuter.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6949440" cy="21945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55448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Välj en av de fyra källkritiska grundfrågorna.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Förklara med ett eget exempel hur frågan hjälper dig att granska ett digitalt innehåll.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“Jag väljer frågan [VEM/VARFÖR/HUR/NÄR] för att...”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“Ett exempel är när jag granskade [källa] och frågan hjälpte mig att se att...”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2: Källkritiska verktyg</dc:title>
  <dc:subject>PptxGenJS Presentation</dc:subject>
  <dc:creator>Cornelius Agent</dc:creator>
  <cp:lastModifiedBy>Cornelius Agent</cp:lastModifiedBy>
  <cp:revision>1</cp:revision>
  <dcterms:created xsi:type="dcterms:W3CDTF">2026-03-12T20:25:01Z</dcterms:created>
  <dcterms:modified xsi:type="dcterms:W3CDTF">2026-03-12T20:25:01Z</dcterms:modified>
</cp:coreProperties>
</file>