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Lektion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Informationskriget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Formativt seminarium — AI, desinformation och demokrati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Samhällskunskap 3 / Internationella relationer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Återkallelse från L1–L3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201168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7132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Snabbskrivning (4 min)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 tre begrepp från lektion 1–3 för att förklara: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 kan AI-genererat innehåll användas för att sprida konspirationsteorier?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Enskilt arbete. Skriv fritt — inga meningsstartare.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Seminariestruktur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7315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Gruppförberedelse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097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Förbered öppningsanförande + argument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965960"/>
            <a:ext cx="73152" cy="7315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65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25–40 min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19659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Öppningsanföranden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minut per grupp — alla lyssnar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834640"/>
            <a:ext cx="73152" cy="7315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diskussion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2834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Seminariefrågor driver samtalet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3703320"/>
            <a:ext cx="7680960" cy="7315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73152" cy="7315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 min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3703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37033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Överens vs spänningar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7680960" cy="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Formativt seminarium — träning inför L8, inte examination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Spelregler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6858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Lyssna färdigt — avbryt inte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11680"/>
            <a:ext cx="73152" cy="6858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116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Reagera på vad andra säger — bygg vidare eller ifrågasätt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834640"/>
            <a:ext cx="73152" cy="6858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 begrepp från momentet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6858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657600"/>
            <a:ext cx="73152" cy="6858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57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ska bidra — minst ett inlägg per person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Tredjepersons-framing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64592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norm: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analyserar varför någon KAN finna ett påstående övertygande —</a:t>
            </a:r>
            <a:endParaRPr lang="en-US" sz="20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analyserar inte om NI tror på det.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Istället för: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700" i="1" dirty="0">
                <a:solidFill>
                  <a:srgbClr val="E5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“Tror du på detta?”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3108960"/>
            <a:ext cx="3657600" cy="13716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32004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Använd: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700" i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“Varför kan någon finna detta övertygande?”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Seminariefrågor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 AI kan generera innehåll som inte går att skilja från äkta — vad händer med vår demokrati?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5740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0574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 staten reglera AI-genererat innehåll hårdare, eller är det ett hot mot yttrandefriheten?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017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 bär ansvaret när AI-desinformation påverkar ett val — teknikföretagen, politikerna, eller medborgarna?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977640"/>
            <a:ext cx="73152" cy="82296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DA8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källkritik räcka som försvar mot AI-desinformation, eller behövs något mer?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Läraren väljer 3–4 frågor utifrån vad som kommer upp naturligt i diskussionen.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828800" cy="0"/>
          </a:xfrm>
          <a:prstGeom prst="line">
            <a:avLst/>
          </a:prstGeom>
          <a:noFill/>
          <a:ln w="38100">
            <a:solidFill>
              <a:srgbClr val="4DA8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solidFill>
            <a:srgbClr val="24365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73152" cy="2743200"/>
          </a:xfrm>
          <a:prstGeom prst="rect">
            <a:avLst/>
          </a:prstGeom>
          <a:solidFill>
            <a:srgbClr val="4DA8D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C5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Metakognitiv reflektion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Beskriv ett ögonblick under seminariet då du ändrade eller fördjupade din analys tack vare något en annan deltagare sa.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sa hen, och hur påverkade det ditt resonemang?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Enskilt. 10 minuter.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4: Informationskriget - Formativt seminarium</dc:title>
  <dc:subject>PptxGenJS Presentation</dc:subject>
  <dc:creator>Cornelius Agent</dc:creator>
  <cp:lastModifiedBy>Cornelius Agent</cp:lastModifiedBy>
  <cp:revision>1</cp:revision>
  <dcterms:created xsi:type="dcterms:W3CDTF">2026-03-15T14:13:22Z</dcterms:created>
  <dcterms:modified xsi:type="dcterms:W3CDTF">2026-03-15T14:13:22Z</dcterms:modified>
</cp:coreProperties>
</file>