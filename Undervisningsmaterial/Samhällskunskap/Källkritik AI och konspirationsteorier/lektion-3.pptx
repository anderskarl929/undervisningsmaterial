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Lektion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och konspirationsteorier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När AI förstärker konspirationsteoriers spridning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Samhällskunskap 3 / Internationella relationer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Återkallelse från L2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ihop rätt grundfråga med rätt SIFT-steg: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47472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73152" cy="54864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37760" y="1737360"/>
            <a:ext cx="347472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claims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347472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423160"/>
            <a:ext cx="73152" cy="54864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23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VARFÖR?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37760" y="2423160"/>
            <a:ext cx="347472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347472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108960"/>
            <a:ext cx="73152" cy="54864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3108960"/>
            <a:ext cx="347472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108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better coverage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3794760"/>
            <a:ext cx="347472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794760"/>
            <a:ext cx="73152" cy="54864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NÄR?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937760" y="3794760"/>
            <a:ext cx="347472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the source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Arbeta i par. 2 minuter.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Fyra AI-mekanismer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82296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91840" y="1097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AI-genererade bilder, video, röster av verkliga personer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73152" cy="82296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Filterbubbla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2057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Algoritmer förstärker det du redan tittar på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17520"/>
            <a:ext cx="73152" cy="82296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AI-källor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3017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2 000+ fejkade nyhetssajter drivna helt av AI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977640"/>
            <a:ext cx="73152" cy="82296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Bottar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91840" y="3977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Nätverk som sprider samma budskap i stor skala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 varje station använder ni SIFT och grundfrågorna för att granska ett exempel.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Stationsarbete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stationer • 8 min per station • Arbeta i par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 varje station: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Läs bakgrundstexten om mekanismen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Tillämpa SIFT / grundfrågorna på exemplet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Besvara reflektionsfrågan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Skriv ner era svar — ni behöver dem i summeringen.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Tredjepersons-framing: Analysera varför någon KAN finna det övertygande.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1: Deepfakes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AI-genererade bilder, videor och röster som ser verkliga ut. Används för att fabricera händelser och lägga ord i politikers mun.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Case: Deepfakes inför svenska valet 2026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Hur skapas och sprids deepfakes?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Vilka SIFT-steg är mest användbara?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Vilken grundfråga är mest relevant?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Reflektion: Varför kan någon som möter denna deepfake utan förvarning finna den övertygande?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2: Filterbubbla och ekkammare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Algoritmer visar mer av det du redan tittar på. En sökning kan starta en självförstärkande spiral mot allt mer extremt innehåll.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Case: Från en sökning till en filterbubbla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Hur skapar algoritmer ekkammare?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Kan SIFT användas här? Vilka steg fungerar/fungerar inte?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Vilken grundfråga är viktigast för algoritmiskt valt innehåll?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Reflektion: Varför kan någon i en filterbubbla uppleva sin bild som mer trovärdig än andras?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3: AI-genererade källor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Över 2 000 fejkade nyhetssajter drivna av AI. Ser ut som riktig journalistik men har ingen redaktion.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Case: Riktig vs. fejkad nyhetssajt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Varför skapas fejkade nyhetssajter?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Tillämpa SIFT steg för steg — vilka signaler avslöjar fejk?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Hur hjälper lateral reading här?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Reflektion: Varför kan någon lita på denna sajt utan att ifrågasätta den?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4: Automatiserade bottar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Nätverk av AI-styrda konton som sprider samma budskap. Skapar illusion av bred konsensus.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Case: Koordinerad inautentisk aktivitet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Hur används bottar för att sprida konspirationsteorier?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Tillämpa grundfrågorna: Vem? Varför? Hur?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Vilka SIFT-steg identifierar bot-aktivitet?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Reflektion: Varför kan någon som ser många liknande inlägg tolka det som bred konsensus?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25603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Diskutera: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Vilka mönster såg ni över stationerna?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Vilken mekanism var svårast att genomskåda?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Vilket källkritiskt verktyg var mest användbart?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 fyra mekanismer förstärks av AI — men kan granskas med samma verktyg.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exit ticket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3657600" cy="22860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22860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1: Källkritisk tillämpning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 min)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Granska ett nytt exempel med dina källkritiska verktyg.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Inga meningsstartare.</a:t>
            </a: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Inga ledfrågar.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22860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22860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2: Harvard-referering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 min)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Formatera 2 källor korrekt: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I-text-hänvisning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Referenslista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Resultaten avgör era grupper inför nästa lektions seminarium.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3: AI och konspirationsteorier</dc:title>
  <dc:subject>PptxGenJS Presentation</dc:subject>
  <dc:creator>Cornelius Agent</dc:creator>
  <cp:lastModifiedBy>Cornelius Agent</cp:lastModifiedBy>
  <cp:revision>1</cp:revision>
  <dcterms:created xsi:type="dcterms:W3CDTF">2026-03-13T05:49:33Z</dcterms:created>
  <dcterms:modified xsi:type="dcterms:W3CDTF">2026-03-13T05:49:33Z</dcterms:modified>
</cp:coreProperties>
</file>