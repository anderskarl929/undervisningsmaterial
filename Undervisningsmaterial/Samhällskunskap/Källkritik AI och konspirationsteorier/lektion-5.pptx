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Lektion 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Perspektiven krockar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Skriftlig perspektivanalys - dress rehearsal inför L6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Samhällskunskap 3 / Internationella relationer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Återkallelse från L4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828800" cy="0"/>
          </a:xfrm>
          <a:prstGeom prst="line">
            <a:avLst/>
          </a:prstGeom>
          <a:noFill/>
          <a:ln w="38100">
            <a:solidFill>
              <a:srgbClr val="4DA8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188720"/>
            <a:ext cx="7680960" cy="201168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73152" cy="201168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28016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Skriv ner det starkaste argumentet du hörde igår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6BC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oavsett vilken sida det kom ifrån.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Enskilt skrivande. 3 minuter.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Sedan delar 3-4 elever muntligt.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Skrivuppgift: Perspektivanalys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828800" cy="0"/>
          </a:xfrm>
          <a:prstGeom prst="line">
            <a:avLst/>
          </a:prstGeom>
          <a:noFill/>
          <a:ln w="38100">
            <a:solidFill>
              <a:srgbClr val="4DA8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C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Vem bär ansvaret för att stoppa AI-driven desinformation?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7680960" cy="50292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286000"/>
            <a:ext cx="73152" cy="50292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286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Omfattning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17520" y="22860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300-400 ord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7680960" cy="50292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926080"/>
            <a:ext cx="73152" cy="50292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926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Perspektiv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17520" y="29260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Alla tre: teknikföretag, stat/EU, medborgare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3566160"/>
            <a:ext cx="7680960" cy="50292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566160"/>
            <a:ext cx="73152" cy="50292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566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Slutsats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017520" y="35661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 egen ställning - vem bär störst ansvar?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" y="4206240"/>
            <a:ext cx="7680960" cy="50292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4206240"/>
            <a:ext cx="73152" cy="50292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206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Källor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017520" y="42062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Minst 2 källor med Harvard-hänvisning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Dress rehearsal inför L6 - samma format, lägre insats!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Harvard-påminnelse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828800" cy="0"/>
          </a:xfrm>
          <a:prstGeom prst="line">
            <a:avLst/>
          </a:prstGeom>
          <a:noFill/>
          <a:ln w="38100">
            <a:solidFill>
              <a:srgbClr val="4DA8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188720"/>
            <a:ext cx="3657600" cy="228600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73152" cy="228600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28016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C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texten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(Författare, år)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Exempel:</a:t>
            </a:r>
            <a:endParaRPr lang="en-US" sz="2000" dirty="0"/>
          </a:p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(OpenAI, 2024)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657600" cy="228600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188720"/>
            <a:ext cx="73152" cy="228600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28016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C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referenslistan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Författare (år). Titel. URL.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Exempel:</a:t>
            </a:r>
            <a:endParaRPr lang="en-US" sz="2000" dirty="0"/>
          </a:p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(2024). Usage Policies. openai.com/...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Harvard-guiden från L2/L3 finns tillgänglig.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Textstruktur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828800" cy="0"/>
          </a:xfrm>
          <a:prstGeom prst="line">
            <a:avLst/>
          </a:prstGeom>
          <a:noFill/>
          <a:ln w="38100">
            <a:solidFill>
              <a:srgbClr val="4DA8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73152" cy="45720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0972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Inledning - presentera frågan kort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7680960" cy="45720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691640"/>
            <a:ext cx="73152" cy="45720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16916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Teknikföretagen - deras argument och källa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286000"/>
            <a:ext cx="73152" cy="45720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22860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Staten/EU - deras argument och källa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2880360"/>
            <a:ext cx="7680960" cy="45720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2880360"/>
            <a:ext cx="73152" cy="45720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28803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Medborgarna - deras argument och källa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3474720"/>
            <a:ext cx="73152" cy="45720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347472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Slutsats - vem bär störst ansvar?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1520" y="4069080"/>
            <a:ext cx="7680960" cy="45720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4069080"/>
            <a:ext cx="73152" cy="45720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54480" y="40690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Referenslista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Använd rollkorten som stöd. Källorna finns på rollkorten och i bilaga 5.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 - metakognitiv reflektion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828800" cy="0"/>
          </a:xfrm>
          <a:prstGeom prst="line">
            <a:avLst/>
          </a:prstGeom>
          <a:noFill/>
          <a:ln w="38100">
            <a:solidFill>
              <a:srgbClr val="4DA8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188720"/>
            <a:ext cx="7680960" cy="256032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73152" cy="256032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371600"/>
            <a:ext cx="6949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Läs igenom din perspektivanalys.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Markera en mening där du använde ett källkritiskt verktyg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Markera en mening där du kunde ha stärkt din argumentation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rgbClr val="6BC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Vad skulle du göra annorlunda?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Reflektera över ditt eget resonemang - träning inför L6.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Nästa lektion: L6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828800" cy="0"/>
          </a:xfrm>
          <a:prstGeom prst="line">
            <a:avLst/>
          </a:prstGeom>
          <a:noFill/>
          <a:ln w="38100">
            <a:solidFill>
              <a:srgbClr val="4DA8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188720"/>
            <a:ext cx="7680960" cy="292608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371600"/>
            <a:ext cx="6949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C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Summativ skrivuppgift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Samma format som idag - perspektivanalys med källhänvisning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Vad är annorlunda i L6?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Texten är ert bedömningsunderlag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 får feedback på dagens text innan dess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BC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Använd feedbacken för att förbereda 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4297680"/>
            <a:ext cx="7680960" cy="54864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2976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 har redan övat på argumenten, Harvard och textstrukturen - det är precis det ni gör i L6!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Lektion 5: Perspektiven krockar</dc:title>
  <dc:subject>PptxGenJS Presentation</dc:subject>
  <dc:creator>Cornelius Agent</dc:creator>
  <cp:lastModifiedBy>Cornelius Agent</cp:lastModifiedBy>
  <cp:revision>1</cp:revision>
  <dcterms:created xsi:type="dcterms:W3CDTF">2026-03-15T14:14:54Z</dcterms:created>
  <dcterms:modified xsi:type="dcterms:W3CDTF">2026-03-15T14:14:54Z</dcterms:modified>
</cp:coreProperties>
</file>